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Master1" Type="http://schemas.openxmlformats.org/officeDocument/2006/relationships/slideMaster" Target="slideMasters/slideMaster1.xml"/>
<Relationship Id="rIdSlide1" Type="http://schemas.openxmlformats.org/officeDocument/2006/relationships/slide" Target="slides/slide1.xml"/>
<Relationship Id="rIdTheme1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Fixture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udit Theme">
  <a:themeElements>
    <a:clrScheme name="Audi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udit">
      <a:majorFont>
        <a:latin typeface="Calibri"/>
      </a:majorFont>
      <a:minorFont>
        <a:latin typeface="Calibri"/>
      </a:minorFont>
    </a:fontScheme>
    <a:fmtScheme name="Aud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audit-fixture</Application>
</Properties>
</file>

<file path=docProps/core.xml><?xml version="1.0" encoding="utf-8"?>
<cp:coreProperties xmlns:cp="http://schemas.openxmlformats.org/package/2006/metadata/core-properties" xmlns:dc="http://purl.org/dc/elements/1.1/">
  <dc:title>Audit Fixture</dc:title>
</cp:coreProperties>
</file>