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F5BF-304D-5EDA-7985-B9D31A95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246BC-F0D1-A1AF-9C3A-705CFB054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1778-08CC-7196-A49D-0F80B6BD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07212-E1E2-82DB-2DDB-3A3495F2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A0B6-338B-14E2-7458-2818FEF0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9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D9F2-FDB9-C718-141C-1AF4873F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5605E-2816-CF72-5183-6A560022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4B5AB-4FDB-4148-8CA6-07060CA1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B9864-C447-F803-2EFA-F1FBCEAA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8454-0752-D500-5598-242D0D00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050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BB4A-8661-ABF2-CC00-59AA6ACC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D85A0-7542-0C35-66D7-025FE40FF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5E05-D5D0-0E7C-88C9-BC2F71E6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CF10E-8726-DE1D-F7AF-9E4F2432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288DB-6285-B9EB-6E8F-C70B25B3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403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5CEA-F7E4-D4AA-EF20-380AAEE5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6954-335A-17EE-888D-17748A2C0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4664F-46D9-74D1-5BC3-8CF036BDF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D39AE-BD31-5AFB-136F-FB82DAE2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4AC38-6588-4DA3-77A3-AFCA99C2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5EBA3-229A-3526-7C8C-2B9BC469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627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3615-3162-B5AD-9FB7-F3485815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EAAA8-FBD3-333A-CEC4-4057DCDA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29C3C-D91D-DBF5-9BB6-9943008A7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B961F-62EE-AE09-ED36-5166F6E18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D3F95-23CB-BC39-F07A-94A72A5A4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8B9AF-C9D2-1AEA-EDA3-1A330903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9BB43-3082-1A7B-A107-D634122A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149F8-CCE8-CA9F-80A1-6D841907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114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9D4E7-9863-DECC-1109-5FD8EEF5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B2995-EA7A-36A9-CC92-52B108B1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39FDB-D8BB-E18D-BD11-8D9ED274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389C6-91B7-6640-E47B-28D0351E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624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30137-B3B1-7E17-0884-AF28D2BD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E9039-83D0-F655-F2E4-11527136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E4D02-7871-0E27-6803-CC218306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413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E1E2-C764-35BC-3623-6BFC8A1F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27E3-0379-7A13-D4F7-B7074506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4D9A4-1611-6B73-E10B-B411C7BD9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A3AF5-47AD-E0A0-CB6C-93C5EBEA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D7125-803D-1C88-6795-5B8C2959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DD3F8-FCCD-FFC9-8A3D-23A6B9A9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53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B0D3-6368-88F1-8299-0CFCBA75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8DC62-48B9-4D19-3C4D-51E29E90D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7B2E6-178D-4F65-DB39-28D00866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3EC04-65FA-6F8E-CB88-80BD6BA0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6646E-9FD8-8A6F-6671-476FC83E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69B7B-AA02-962E-727B-C73BA77F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7451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5515-FB42-8DB9-8C50-F8CFE105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45571-5B26-24BE-34D8-33FD2B3F0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2920A-D39C-E4F8-E399-1135C4D1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24CDA-EA8D-C558-0920-5E7956AF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DFDBE-CBE0-5EAF-0D62-B3F2F8E9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057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0D3A5-47CE-4620-9BB8-813A79CAC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5D4B3-7DA7-754D-5B69-DA445C314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DCEC-F09E-B5C7-D0F2-06DEB043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10CE-A1B2-E59E-C80B-84160F7B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FD32C-ED12-D6D4-3761-1E13F3D7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5449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1A3F-9161-D739-A47D-14AFB2CF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9E718-A65F-FACE-4058-5CA090CD6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3D066-FAF3-A3FC-1CCC-6F34F8AE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A620-EAFF-8C1D-F73E-6574CB5D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60C5E-A13B-8774-B1E1-89A7A2BF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425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CAE9F-8E94-697F-4D8E-BE2ED717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57E44-AF61-D006-99E0-5C8DC2EC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28AF-E212-CF95-E9FE-613BCC090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A83C3-2FC3-44B8-9DB4-25FCD645864B}" type="datetimeFigureOut">
              <a:rPr lang="fr-CA" smtClean="0"/>
              <a:t>2026-10-03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D682E-21B9-3E2C-BBCA-922A40032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ADE47-E01D-AB9D-CB44-E89F5A423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17CC1-A50B-4C14-81C6-9A6000174E7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362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E2E4-5440-7E80-AABE-CD22A5072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Résultats du premier semestre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17FFF-985A-1125-5B9C-E220C684A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/>
              <a:t>Présentation au comité de direction</a:t>
            </a:r>
          </a:p>
        </p:txBody>
      </p:sp>
    </p:spTree>
    <p:extLst>
      <p:ext uri="{BB962C8B-B14F-4D97-AF65-F5344CB8AC3E}">
        <p14:creationId xmlns:p14="http://schemas.microsoft.com/office/powerpoint/2010/main" val="218960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88BD-E9AE-FA8E-A2C1-5023AC67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Points clés de la période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9E65D-EB20-31FD-F826-1336A7F77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Chiffre d'affaires en hausse de 12 % sur un an</a:t>
            </a:r>
          </a:p>
          <a:p>
            <a:r>
              <a:rPr lang="fr-CA"/>
              <a:t>Trois nouvelles régions ouvertes au printemps</a:t>
            </a:r>
          </a:p>
          <a:p>
            <a:r>
              <a:rPr lang="fr-CA"/>
              <a:t>Marge stable malgré la hausse des coûts de transport</a:t>
            </a:r>
          </a:p>
          <a:p>
            <a:r>
              <a:rPr lang="fr-CA"/>
              <a:t>Objectifs du second semestre confirmés par l'équipe</a:t>
            </a:r>
          </a:p>
        </p:txBody>
      </p:sp>
    </p:spTree>
    <p:extLst>
      <p:ext uri="{BB962C8B-B14F-4D97-AF65-F5344CB8AC3E}">
        <p14:creationId xmlns:p14="http://schemas.microsoft.com/office/powerpoint/2010/main" val="235294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Résultats du premier semestre</vt:lpstr>
      <vt:lpstr>Points clés de la période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Moufid Haddad</dc:creator>
  <cp:lastModifiedBy>Moufid Haddad</cp:lastModifiedBy>
  <cp:revision>1</cp:revision>
  <dcterms:created xsi:type="dcterms:W3CDTF">2026-10-03T17:53:01Z</dcterms:created>
  <dcterms:modified xsi:type="dcterms:W3CDTF">2026-10-03T17:53:01Z</dcterms:modified>
</cp:coreProperties>
</file>