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16:9, zones de texte superposées, forme à dégradé, tableau, police Segoe UI absente du conteneur Linux -&gt; observer la police de substitution utilisée dans le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Segoe UI"/>
              </a:defRPr>
            </a:pPr>
            <a:r>
              <a:t>Titre superposé (police absente : Segoe UI)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188720"/>
            <a:ext cx="5486400" cy="13716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2000"/>
            </a:pPr>
            <a:r>
              <a:t>Zone de texte chevauchante, pour vérifier l'ordre d'empilement (z-order).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3657600" cy="1828800"/>
          </a:xfrm>
          <a:prstGeom prst="rect">
            <a:avLst/>
          </a:prstGeom>
          <a:gradFill rotWithShape="1">
            <a:gsLst>
              <a:gs pos="0">
                <a:srgbClr val="1F6FEB"/>
              </a:gs>
              <a:gs pos="100000">
                <a:srgbClr val="E83E8C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Forme à dégradé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274320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609600">
                <a:tc>
                  <a:txBody>
                    <a:bodyPr/>
                    <a:lstStyle/>
                    <a:p>
                      <a:r>
                        <a:t>Poste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Ventes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Coûts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