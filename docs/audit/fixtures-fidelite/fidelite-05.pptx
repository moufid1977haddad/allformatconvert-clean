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 2026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R&amp;D</c:v>
                </c:pt>
                <c:pt idx="1">
                  <c:v>Marketing</c:v>
                </c:pt>
                <c:pt idx="2">
                  <c:v>Support</c:v>
                </c:pt>
                <c:pt idx="3">
                  <c:v>Infrastructure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25</c:v>
                </c:pt>
                <c:pt idx="2">
                  <c:v>15</c:v>
                </c:pt>
                <c:pt idx="3">
                  <c:v>25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de l'intervenant pour la diapositive 1 : rappeler le contexte budgétaire avant de présenter les axes stratégiques.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 plein écran servant de séparateur de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de l'intervenant pour la diapositive 3 : détailler la ventilation du budget par poste et justifier la part R&amp;D.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Fixture 05 — Masque, puces, image, graphique,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Axe stratégique 1</a:t>
            </a:r>
          </a:p>
          <a:p>
            <a:pPr lvl="1"/>
            <a:r>
              <a:t>Sous-point A</a:t>
            </a:r>
          </a:p>
          <a:p>
            <a:pPr lvl="1"/>
            <a:r>
              <a:t>Sous-point B</a:t>
            </a:r>
          </a:p>
          <a:p>
            <a:pPr/>
            <a:r>
              <a:t>Axe stratégique 2</a:t>
            </a:r>
          </a:p>
          <a:p>
            <a:pPr lvl="1"/>
            <a:r>
              <a:t>Sous-point 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asset_fullbl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Répartition budgétaire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0" y="1645920"/>
          <a:ext cx="64008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